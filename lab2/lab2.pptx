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7" r:id="rId2"/>
    <p:sldId id="281" r:id="rId3"/>
    <p:sldId id="282" r:id="rId4"/>
    <p:sldId id="283" r:id="rId5"/>
    <p:sldId id="285" r:id="rId6"/>
    <p:sldId id="284" r:id="rId7"/>
    <p:sldId id="286" r:id="rId8"/>
    <p:sldId id="287" r:id="rId9"/>
    <p:sldId id="288" r:id="rId10"/>
    <p:sldId id="289" r:id="rId11"/>
  </p:sldIdLst>
  <p:sldSz cx="12192000" cy="6858000"/>
  <p:notesSz cx="6858000" cy="9144000"/>
  <p:embeddedFontLst>
    <p:embeddedFont>
      <p:font typeface="Abril Fatface" panose="020B0604020202020204" charset="0"/>
      <p:regular r:id="rId13"/>
    </p:embeddedFont>
    <p:embeddedFont>
      <p:font typeface="Aldrich" panose="020B0604020202020204" charset="0"/>
      <p:regular r:id="rId14"/>
    </p:embeddedFont>
    <p:embeddedFont>
      <p:font typeface="Cairo" panose="020B0604020202020204" charset="-78"/>
      <p:regular r:id="rId15"/>
      <p:bold r:id="rId16"/>
    </p:embeddedFont>
    <p:embeddedFont>
      <p:font typeface="Calibri" panose="020F0502020204030204" pitchFamily="34" charset="0"/>
      <p:regular r:id="rId17"/>
      <p:bold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Mon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B5CF"/>
    <a:srgbClr val="666666"/>
    <a:srgbClr val="F8E81C"/>
    <a:srgbClr val="B9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>
        <p:scale>
          <a:sx n="66" d="100"/>
          <a:sy n="66" d="100"/>
        </p:scale>
        <p:origin x="-1339" y="3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a073618e6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a073618e6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887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0198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7343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1553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1671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9260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465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a073618e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a073618e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61957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2 Intro">
  <p:cSld name="CUSTOM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4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70" name="Google Shape;70;p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4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4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76" name="Google Shape;76;p4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" name="Google Shape;79;p4"/>
          <p:cNvSpPr txBox="1">
            <a:spLocks noGrp="1"/>
          </p:cNvSpPr>
          <p:nvPr>
            <p:ph type="title"/>
          </p:nvPr>
        </p:nvSpPr>
        <p:spPr>
          <a:xfrm>
            <a:off x="1462450" y="1795650"/>
            <a:ext cx="5322600" cy="105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bril Fatface"/>
              <a:buNone/>
              <a:defRPr sz="7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80" name="Google Shape;80;p4"/>
          <p:cNvSpPr txBox="1">
            <a:spLocks noGrp="1"/>
          </p:cNvSpPr>
          <p:nvPr>
            <p:ph type="body" idx="1"/>
          </p:nvPr>
        </p:nvSpPr>
        <p:spPr>
          <a:xfrm>
            <a:off x="1462425" y="2898225"/>
            <a:ext cx="5322600" cy="253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r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r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r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r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r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r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r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r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018 Custom Layout 1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1388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1 Title">
  <p:cSld name="001 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2"/>
          <p:cNvGrpSpPr/>
          <p:nvPr/>
        </p:nvGrpSpPr>
        <p:grpSpPr>
          <a:xfrm>
            <a:off x="852246" y="3768248"/>
            <a:ext cx="3707096" cy="1936167"/>
            <a:chOff x="2176863" y="4518413"/>
            <a:chExt cx="5362500" cy="1301975"/>
          </a:xfrm>
        </p:grpSpPr>
        <p:sp>
          <p:nvSpPr>
            <p:cNvPr id="45" name="Google Shape;45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2"/>
          <p:cNvGrpSpPr/>
          <p:nvPr/>
        </p:nvGrpSpPr>
        <p:grpSpPr>
          <a:xfrm>
            <a:off x="987983" y="3878297"/>
            <a:ext cx="635280" cy="147600"/>
            <a:chOff x="2147366" y="4139382"/>
            <a:chExt cx="635280" cy="147600"/>
          </a:xfrm>
        </p:grpSpPr>
        <p:sp>
          <p:nvSpPr>
            <p:cNvPr id="48" name="Google Shape;48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2"/>
          <p:cNvSpPr/>
          <p:nvPr/>
        </p:nvSpPr>
        <p:spPr>
          <a:xfrm>
            <a:off x="1618139" y="949638"/>
            <a:ext cx="8893200" cy="41094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56182" tIns="28083" rIns="56182" bIns="2808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6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2"/>
          <p:cNvGrpSpPr/>
          <p:nvPr/>
        </p:nvGrpSpPr>
        <p:grpSpPr>
          <a:xfrm>
            <a:off x="1771384" y="1059747"/>
            <a:ext cx="635280" cy="147600"/>
            <a:chOff x="2147366" y="4139382"/>
            <a:chExt cx="635280" cy="147600"/>
          </a:xfrm>
        </p:grpSpPr>
        <p:sp>
          <p:nvSpPr>
            <p:cNvPr id="53" name="Google Shape;53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5520051" y="4606377"/>
            <a:ext cx="5362500" cy="1301975"/>
            <a:chOff x="2176863" y="4518413"/>
            <a:chExt cx="5362500" cy="1301975"/>
          </a:xfrm>
        </p:grpSpPr>
        <p:sp>
          <p:nvSpPr>
            <p:cNvPr id="57" name="Google Shape;57;p2"/>
            <p:cNvSpPr/>
            <p:nvPr/>
          </p:nvSpPr>
          <p:spPr>
            <a:xfrm>
              <a:off x="2176863" y="4518413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2176863" y="4528288"/>
              <a:ext cx="5362500" cy="1292100"/>
            </a:xfrm>
            <a:prstGeom prst="roundRect">
              <a:avLst>
                <a:gd name="adj" fmla="val 9303"/>
              </a:avLst>
            </a:prstGeom>
            <a:solidFill>
              <a:srgbClr val="000000">
                <a:alpha val="131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6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5655734" y="4716497"/>
            <a:ext cx="635280" cy="147600"/>
            <a:chOff x="2147366" y="4139382"/>
            <a:chExt cx="635280" cy="147600"/>
          </a:xfrm>
        </p:grpSpPr>
        <p:sp>
          <p:nvSpPr>
            <p:cNvPr id="60" name="Google Shape;60;p2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06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2"/>
          <p:cNvSpPr txBox="1">
            <a:spLocks noGrp="1"/>
          </p:cNvSpPr>
          <p:nvPr>
            <p:ph type="title"/>
          </p:nvPr>
        </p:nvSpPr>
        <p:spPr>
          <a:xfrm>
            <a:off x="2176875" y="1137800"/>
            <a:ext cx="6796800" cy="3227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1pPr>
            <a:lvl2pPr lvl="1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2pPr>
            <a:lvl3pPr lvl="2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3pPr>
            <a:lvl4pPr lvl="3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4pPr>
            <a:lvl5pPr lvl="4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5pPr>
            <a:lvl6pPr lvl="5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6pPr>
            <a:lvl7pPr lvl="6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7pPr>
            <a:lvl8pPr lvl="7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8pPr>
            <a:lvl9pPr lvl="8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4302"/>
            </a:lvl9pPr>
          </a:lstStyle>
          <a:p>
            <a:endParaRPr/>
          </a:p>
        </p:txBody>
      </p:sp>
      <p:sp>
        <p:nvSpPr>
          <p:cNvPr id="64" name="Google Shape;64;p2"/>
          <p:cNvSpPr txBox="1">
            <a:spLocks noGrp="1"/>
          </p:cNvSpPr>
          <p:nvPr>
            <p:ph type="subTitle" idx="1"/>
          </p:nvPr>
        </p:nvSpPr>
        <p:spPr>
          <a:xfrm>
            <a:off x="5733525" y="4974200"/>
            <a:ext cx="4935600" cy="79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129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1290"/>
              </a:spcBef>
              <a:spcAft>
                <a:spcPts val="1290"/>
              </a:spcAft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1869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69" r:id="rId2"/>
    <p:sldLayoutId id="214748367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mailto:s96557867@gmail.com" TargetMode="External"/><Relationship Id="rId7" Type="http://schemas.openxmlformats.org/officeDocument/2006/relationships/hyperlink" Target="https://github.com/Osama100alwij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hyperlink" Target="https://github.com/salehalgabr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>
            <a:spLocks noGrp="1"/>
          </p:cNvSpPr>
          <p:nvPr>
            <p:ph type="title"/>
          </p:nvPr>
        </p:nvSpPr>
        <p:spPr>
          <a:xfrm>
            <a:off x="3213045" y="146923"/>
            <a:ext cx="4176696" cy="588393"/>
          </a:xfrm>
          <a:prstGeom prst="rect">
            <a:avLst/>
          </a:prstGeom>
        </p:spPr>
        <p:txBody>
          <a:bodyPr spcFirstLastPara="1" vert="horz" wrap="square" lIns="74909" tIns="74909" rIns="74909" bIns="74909" rtlCol="1" anchor="t" anchorCtr="0">
            <a:noAutofit/>
          </a:bodyPr>
          <a:lstStyle/>
          <a:p>
            <a:r>
              <a:rPr lang="en-GB" sz="3073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Software Engineering</a:t>
            </a:r>
            <a:br>
              <a:rPr lang="en-GB" sz="3073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br>
              <a:rPr lang="en" sz="3687" dirty="0">
                <a:solidFill>
                  <a:schemeClr val="tx2">
                    <a:lumMod val="50000"/>
                    <a:lumOff val="50000"/>
                  </a:schemeClr>
                </a:solidFill>
              </a:rPr>
            </a:br>
            <a:endParaRPr lang="en-US" sz="3073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1" name="Google Shape;381;p22"/>
          <p:cNvSpPr txBox="1">
            <a:spLocks noGrp="1"/>
          </p:cNvSpPr>
          <p:nvPr>
            <p:ph type="subTitle" idx="1"/>
          </p:nvPr>
        </p:nvSpPr>
        <p:spPr>
          <a:xfrm>
            <a:off x="5873256" y="5034098"/>
            <a:ext cx="3032972" cy="490378"/>
          </a:xfrm>
          <a:prstGeom prst="rect">
            <a:avLst/>
          </a:prstGeom>
        </p:spPr>
        <p:txBody>
          <a:bodyPr spcFirstLastPara="1" vert="horz" wrap="square" lIns="74909" tIns="74909" rIns="74909" bIns="74909" rtlCol="1" anchor="t" anchorCtr="0">
            <a:noAutofit/>
          </a:bodyPr>
          <a:lstStyle/>
          <a:p>
            <a:pPr marL="0" indent="0">
              <a:spcAft>
                <a:spcPts val="1290"/>
              </a:spcAft>
            </a:pPr>
            <a:r>
              <a:rPr lang="en" dirty="0">
                <a:solidFill>
                  <a:schemeClr val="tx1"/>
                </a:solidFill>
              </a:rPr>
              <a:t>&lt;p&gt; About Git&lt;/p&gt;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ADE787-8640-44BD-A0F3-714E955E12F2}"/>
              </a:ext>
            </a:extLst>
          </p:cNvPr>
          <p:cNvSpPr/>
          <p:nvPr/>
        </p:nvSpPr>
        <p:spPr>
          <a:xfrm>
            <a:off x="7389741" y="562250"/>
            <a:ext cx="8058540" cy="4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9"/>
              </a:lnSpc>
            </a:pPr>
            <a:r>
              <a:rPr lang="en-US" sz="2950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lab2</a:t>
            </a:r>
            <a:endParaRPr lang="en-US" sz="2950" dirty="0">
              <a:solidFill>
                <a:schemeClr val="tx1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FC27B05-845D-4409-8B60-C689EEBA975D}"/>
              </a:ext>
            </a:extLst>
          </p:cNvPr>
          <p:cNvSpPr/>
          <p:nvPr/>
        </p:nvSpPr>
        <p:spPr>
          <a:xfrm>
            <a:off x="4124566" y="6381125"/>
            <a:ext cx="3497380" cy="160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9"/>
              </a:lnSpc>
            </a:pPr>
            <a:r>
              <a:rPr lang="en-US" sz="3318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osama alwajeeh</a:t>
            </a:r>
            <a:endParaRPr lang="en-US" sz="3318" b="1" dirty="0">
              <a:solidFill>
                <a:schemeClr val="tx1"/>
              </a:solidFill>
            </a:endParaRP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1FAB04A4-FF78-41CC-971B-6F18EDF66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  <p:pic>
        <p:nvPicPr>
          <p:cNvPr id="12" name="صورة 11">
            <a:extLst>
              <a:ext uri="{FF2B5EF4-FFF2-40B4-BE49-F238E27FC236}">
                <a16:creationId xmlns:a16="http://schemas.microsoft.com/office/drawing/2014/main" id="{F8601228-DFD8-46EF-B2DC-BAE00FA60E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031" y="1333524"/>
            <a:ext cx="9468091" cy="4697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464091" y="974645"/>
            <a:ext cx="10803677" cy="4855884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" name="مجموعة 41">
            <a:extLst>
              <a:ext uri="{FF2B5EF4-FFF2-40B4-BE49-F238E27FC236}">
                <a16:creationId xmlns:a16="http://schemas.microsoft.com/office/drawing/2014/main" id="{A553D138-F496-4083-BC22-AF18EDC6276E}"/>
              </a:ext>
            </a:extLst>
          </p:cNvPr>
          <p:cNvGrpSpPr/>
          <p:nvPr/>
        </p:nvGrpSpPr>
        <p:grpSpPr>
          <a:xfrm>
            <a:off x="4322925" y="4286343"/>
            <a:ext cx="6808173" cy="2024744"/>
            <a:chOff x="7202794" y="3584028"/>
            <a:chExt cx="6808173" cy="2024744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7202796" y="3584028"/>
              <a:ext cx="6611527" cy="2024744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7315970" y="3708396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7202794" y="4132859"/>
              <a:ext cx="6808173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</a:t>
              </a:r>
              <a:r>
                <a:rPr lang="en-GB" b="1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it </a:t>
              </a:r>
              <a:r>
                <a:rPr lang="en-GB" b="1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mkdir</a:t>
              </a:r>
              <a:r>
                <a:rPr lang="en-GB" b="1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 </a:t>
              </a:r>
              <a:r>
                <a:rPr lang="en-GB" b="1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namefolder</a:t>
              </a:r>
              <a:endParaRPr lang="ar-EG" b="1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7202794" y="4659157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GB" b="1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Git add .</a:t>
              </a:r>
              <a:endParaRPr lang="ar-EG" b="1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3" name="صورة 2">
            <a:extLst>
              <a:ext uri="{FF2B5EF4-FFF2-40B4-BE49-F238E27FC236}">
                <a16:creationId xmlns:a16="http://schemas.microsoft.com/office/drawing/2014/main" id="{D2465512-D1FC-478B-8894-36D6372E3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26" y="1336825"/>
            <a:ext cx="10408827" cy="2747084"/>
          </a:xfrm>
          <a:prstGeom prst="rect">
            <a:avLst/>
          </a:prstGeom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2BB4E4D1-4123-4450-ACA1-9CA6833900F1}"/>
              </a:ext>
            </a:extLst>
          </p:cNvPr>
          <p:cNvSpPr txBox="1"/>
          <p:nvPr/>
        </p:nvSpPr>
        <p:spPr>
          <a:xfrm>
            <a:off x="4810552" y="400757"/>
            <a:ext cx="2562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YE" sz="2400" dirty="0">
                <a:solidFill>
                  <a:schemeClr val="tx1"/>
                </a:solidFill>
              </a:rPr>
              <a:t>انشاء مجلد جديد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20" name="صورة 19">
            <a:extLst>
              <a:ext uri="{FF2B5EF4-FFF2-40B4-BE49-F238E27FC236}">
                <a16:creationId xmlns:a16="http://schemas.microsoft.com/office/drawing/2014/main" id="{1DFF00BF-B747-4F4B-981C-63A8F1E67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05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464091" y="974645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13058E3-56D4-4FD7-96E8-DC74E3D9464F}"/>
              </a:ext>
            </a:extLst>
          </p:cNvPr>
          <p:cNvGrpSpPr/>
          <p:nvPr/>
        </p:nvGrpSpPr>
        <p:grpSpPr>
          <a:xfrm>
            <a:off x="6803935" y="5075791"/>
            <a:ext cx="5638298" cy="1723245"/>
            <a:chOff x="6553703" y="3752243"/>
            <a:chExt cx="5638298" cy="1723245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6553704" y="3752243"/>
              <a:ext cx="4864936" cy="1723245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6666878" y="3876611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6553703" y="4301074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GB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python </a:t>
              </a:r>
              <a:r>
                <a:rPr lang="en-GB" b="1" kern="100" spc="300" dirty="0" err="1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i</a:t>
              </a:r>
              <a:r>
                <a:rPr lang="en-US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-m </a:t>
              </a:r>
              <a:r>
                <a:rPr lang="en-US" b="1" kern="100" spc="300" dirty="0" err="1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venv</a:t>
              </a:r>
              <a:r>
                <a:rPr lang="en-US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 </a:t>
              </a:r>
              <a:r>
                <a:rPr lang="en-US" b="1" kern="100" spc="300" dirty="0" err="1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name_venv</a:t>
              </a:r>
              <a:endParaRPr lang="ar-EG" b="1" kern="100" spc="300" dirty="0">
                <a:solidFill>
                  <a:srgbClr val="F8E81C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6553703" y="4836670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Name_venv</a:t>
              </a:r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/scrip/activate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6" name="صورة 5">
            <a:extLst>
              <a:ext uri="{FF2B5EF4-FFF2-40B4-BE49-F238E27FC236}">
                <a16:creationId xmlns:a16="http://schemas.microsoft.com/office/drawing/2014/main" id="{B5DD6BB6-7992-4110-A76F-F67D5C20F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9" y="1441166"/>
            <a:ext cx="9670431" cy="3540472"/>
          </a:xfrm>
          <a:prstGeom prst="rect">
            <a:avLst/>
          </a:prstGeom>
        </p:spPr>
      </p:pic>
      <p:sp>
        <p:nvSpPr>
          <p:cNvPr id="26" name="مربع نص 25">
            <a:extLst>
              <a:ext uri="{FF2B5EF4-FFF2-40B4-BE49-F238E27FC236}">
                <a16:creationId xmlns:a16="http://schemas.microsoft.com/office/drawing/2014/main" id="{34E862B5-607A-40BF-B785-9FAE69704324}"/>
              </a:ext>
            </a:extLst>
          </p:cNvPr>
          <p:cNvSpPr txBox="1"/>
          <p:nvPr/>
        </p:nvSpPr>
        <p:spPr>
          <a:xfrm>
            <a:off x="4787402" y="400757"/>
            <a:ext cx="2562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YE" sz="2400" dirty="0">
                <a:solidFill>
                  <a:schemeClr val="tx1"/>
                </a:solidFill>
              </a:rPr>
              <a:t>انشاء بيئة 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2" name="صورة 31">
            <a:extLst>
              <a:ext uri="{FF2B5EF4-FFF2-40B4-BE49-F238E27FC236}">
                <a16:creationId xmlns:a16="http://schemas.microsoft.com/office/drawing/2014/main" id="{7EBA0441-CE17-4250-A4FF-2C0114A19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94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551379" y="986220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13058E3-56D4-4FD7-96E8-DC74E3D9464F}"/>
              </a:ext>
            </a:extLst>
          </p:cNvPr>
          <p:cNvGrpSpPr/>
          <p:nvPr/>
        </p:nvGrpSpPr>
        <p:grpSpPr>
          <a:xfrm>
            <a:off x="6726577" y="5112722"/>
            <a:ext cx="5638299" cy="1723245"/>
            <a:chOff x="6553702" y="3752243"/>
            <a:chExt cx="5638299" cy="1723245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6553704" y="3752243"/>
              <a:ext cx="4864936" cy="1723245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6666878" y="3876611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6553703" y="4301074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django</a:t>
              </a:r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-admin </a:t>
              </a:r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startproject</a:t>
              </a:r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 </a:t>
              </a:r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django_project</a:t>
              </a:r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 .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6553702" y="4827372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python manage.py </a:t>
              </a:r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startapp</a:t>
              </a:r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 </a:t>
              </a:r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myapp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7" name="صورة 6">
            <a:extLst>
              <a:ext uri="{FF2B5EF4-FFF2-40B4-BE49-F238E27FC236}">
                <a16:creationId xmlns:a16="http://schemas.microsoft.com/office/drawing/2014/main" id="{DDEE9C47-237A-4934-8E6A-4B183BC94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29" y="1555617"/>
            <a:ext cx="10158775" cy="967824"/>
          </a:xfrm>
          <a:prstGeom prst="rect">
            <a:avLst/>
          </a:prstGeom>
        </p:spPr>
      </p:pic>
      <p:pic>
        <p:nvPicPr>
          <p:cNvPr id="9" name="صورة 8">
            <a:extLst>
              <a:ext uri="{FF2B5EF4-FFF2-40B4-BE49-F238E27FC236}">
                <a16:creationId xmlns:a16="http://schemas.microsoft.com/office/drawing/2014/main" id="{8A066417-D614-4FAD-964B-3FFA8BC14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26" y="2647809"/>
            <a:ext cx="10114978" cy="2099525"/>
          </a:xfrm>
          <a:prstGeom prst="rect">
            <a:avLst/>
          </a:prstGeom>
        </p:spPr>
      </p:pic>
      <p:sp>
        <p:nvSpPr>
          <p:cNvPr id="26" name="مربع نص 25">
            <a:extLst>
              <a:ext uri="{FF2B5EF4-FFF2-40B4-BE49-F238E27FC236}">
                <a16:creationId xmlns:a16="http://schemas.microsoft.com/office/drawing/2014/main" id="{95D0F74F-51ED-4B0E-B8DA-070C6C49080C}"/>
              </a:ext>
            </a:extLst>
          </p:cNvPr>
          <p:cNvSpPr txBox="1"/>
          <p:nvPr/>
        </p:nvSpPr>
        <p:spPr>
          <a:xfrm>
            <a:off x="4810552" y="400757"/>
            <a:ext cx="2562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YE" sz="2400" dirty="0">
                <a:solidFill>
                  <a:schemeClr val="tx1"/>
                </a:solidFill>
              </a:rPr>
              <a:t>انشاء مشروع جديد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2" name="صورة 31">
            <a:extLst>
              <a:ext uri="{FF2B5EF4-FFF2-40B4-BE49-F238E27FC236}">
                <a16:creationId xmlns:a16="http://schemas.microsoft.com/office/drawing/2014/main" id="{B371585A-5C1C-4A6C-B092-00E9EBAD5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07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505135" y="974645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13058E3-56D4-4FD7-96E8-DC74E3D9464F}"/>
              </a:ext>
            </a:extLst>
          </p:cNvPr>
          <p:cNvGrpSpPr/>
          <p:nvPr/>
        </p:nvGrpSpPr>
        <p:grpSpPr>
          <a:xfrm>
            <a:off x="5560540" y="4673721"/>
            <a:ext cx="7360665" cy="1723245"/>
            <a:chOff x="6553701" y="3752243"/>
            <a:chExt cx="7360665" cy="1723245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6553703" y="3752243"/>
              <a:ext cx="6977205" cy="1723245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6666878" y="3876611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6553703" y="4301074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 python manage.py migrate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6553701" y="4827372"/>
              <a:ext cx="7360665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l-GR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 </a:t>
              </a:r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python manage.py </a:t>
              </a:r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runserver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7" name="صورة 6">
            <a:extLst>
              <a:ext uri="{FF2B5EF4-FFF2-40B4-BE49-F238E27FC236}">
                <a16:creationId xmlns:a16="http://schemas.microsoft.com/office/drawing/2014/main" id="{8B4EAF10-0205-49ED-832D-239E69267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535" y="1448599"/>
            <a:ext cx="4706471" cy="3185465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69DADA54-F52E-487A-B7B1-93FBFD772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29" y="1504611"/>
            <a:ext cx="5959968" cy="3120206"/>
          </a:xfrm>
          <a:prstGeom prst="rect">
            <a:avLst/>
          </a:prstGeom>
        </p:spPr>
      </p:pic>
      <p:sp>
        <p:nvSpPr>
          <p:cNvPr id="32" name="مربع نص 31">
            <a:extLst>
              <a:ext uri="{FF2B5EF4-FFF2-40B4-BE49-F238E27FC236}">
                <a16:creationId xmlns:a16="http://schemas.microsoft.com/office/drawing/2014/main" id="{D1AEA067-2576-4409-80C5-0D08367C98E8}"/>
              </a:ext>
            </a:extLst>
          </p:cNvPr>
          <p:cNvSpPr txBox="1"/>
          <p:nvPr/>
        </p:nvSpPr>
        <p:spPr>
          <a:xfrm>
            <a:off x="4810552" y="400757"/>
            <a:ext cx="25625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YE" sz="2400" dirty="0">
                <a:solidFill>
                  <a:schemeClr val="tx1"/>
                </a:solidFill>
              </a:rPr>
              <a:t>تجربة المشروع</a:t>
            </a: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3" name="صورة 32">
            <a:extLst>
              <a:ext uri="{FF2B5EF4-FFF2-40B4-BE49-F238E27FC236}">
                <a16:creationId xmlns:a16="http://schemas.microsoft.com/office/drawing/2014/main" id="{34BAB840-894F-4DFB-B550-0A3580E519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71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464091" y="974645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" name="صورة 8">
            <a:extLst>
              <a:ext uri="{FF2B5EF4-FFF2-40B4-BE49-F238E27FC236}">
                <a16:creationId xmlns:a16="http://schemas.microsoft.com/office/drawing/2014/main" id="{E6D6CE19-4250-43BE-ACD9-A8E5E150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9" y="1512160"/>
            <a:ext cx="5169349" cy="2267360"/>
          </a:xfrm>
          <a:prstGeom prst="rect">
            <a:avLst/>
          </a:prstGeom>
        </p:spPr>
      </p:pic>
      <p:pic>
        <p:nvPicPr>
          <p:cNvPr id="11" name="صورة 10">
            <a:extLst>
              <a:ext uri="{FF2B5EF4-FFF2-40B4-BE49-F238E27FC236}">
                <a16:creationId xmlns:a16="http://schemas.microsoft.com/office/drawing/2014/main" id="{011FE442-71D8-4592-909E-123ADA0DA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16" y="1493089"/>
            <a:ext cx="4864936" cy="2286431"/>
          </a:xfrm>
          <a:prstGeom prst="rect">
            <a:avLst/>
          </a:prstGeom>
        </p:spPr>
      </p:pic>
      <p:pic>
        <p:nvPicPr>
          <p:cNvPr id="13" name="صورة 12">
            <a:extLst>
              <a:ext uri="{FF2B5EF4-FFF2-40B4-BE49-F238E27FC236}">
                <a16:creationId xmlns:a16="http://schemas.microsoft.com/office/drawing/2014/main" id="{B513AE7F-9774-4364-8BCD-EEBAE17D1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07" y="3834125"/>
            <a:ext cx="5163971" cy="2049230"/>
          </a:xfrm>
          <a:prstGeom prst="rect">
            <a:avLst/>
          </a:prstGeom>
        </p:spPr>
      </p:pic>
      <p:pic>
        <p:nvPicPr>
          <p:cNvPr id="32" name="صورة 31">
            <a:extLst>
              <a:ext uri="{FF2B5EF4-FFF2-40B4-BE49-F238E27FC236}">
                <a16:creationId xmlns:a16="http://schemas.microsoft.com/office/drawing/2014/main" id="{60D17D79-7A13-407C-9895-A385501E79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3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464091" y="974645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13058E3-56D4-4FD7-96E8-DC74E3D9464F}"/>
              </a:ext>
            </a:extLst>
          </p:cNvPr>
          <p:cNvGrpSpPr/>
          <p:nvPr/>
        </p:nvGrpSpPr>
        <p:grpSpPr>
          <a:xfrm>
            <a:off x="6819174" y="4609269"/>
            <a:ext cx="5638299" cy="1723245"/>
            <a:chOff x="6553702" y="3752243"/>
            <a:chExt cx="5638299" cy="1723245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6553704" y="3752243"/>
              <a:ext cx="4864936" cy="1723245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6666878" y="3876611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6553703" y="4301074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</a:t>
              </a:r>
              <a:r>
                <a:rPr lang="en-GB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it </a:t>
              </a:r>
              <a:r>
                <a:rPr lang="en-GB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add .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6553702" y="4827372"/>
              <a:ext cx="5638298" cy="52322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</a:t>
              </a:r>
              <a:r>
                <a:rPr lang="en-GB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it </a:t>
              </a:r>
              <a:r>
                <a:rPr lang="en-GB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commit –m name_</a:t>
              </a:r>
            </a:p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</a:t>
              </a:r>
              <a:r>
                <a:rPr lang="en-GB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it </a:t>
              </a:r>
              <a:r>
                <a:rPr lang="en-GB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status</a:t>
              </a:r>
            </a:p>
          </p:txBody>
        </p:sp>
      </p:grpSp>
      <p:pic>
        <p:nvPicPr>
          <p:cNvPr id="5" name="صورة 4">
            <a:extLst>
              <a:ext uri="{FF2B5EF4-FFF2-40B4-BE49-F238E27FC236}">
                <a16:creationId xmlns:a16="http://schemas.microsoft.com/office/drawing/2014/main" id="{DA150898-7D95-4BCA-B610-286629F0F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9" y="1413336"/>
            <a:ext cx="10244149" cy="308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078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507888" y="974645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13058E3-56D4-4FD7-96E8-DC74E3D9464F}"/>
              </a:ext>
            </a:extLst>
          </p:cNvPr>
          <p:cNvGrpSpPr/>
          <p:nvPr/>
        </p:nvGrpSpPr>
        <p:grpSpPr>
          <a:xfrm>
            <a:off x="6819174" y="4609269"/>
            <a:ext cx="5638299" cy="1723245"/>
            <a:chOff x="6553702" y="3752243"/>
            <a:chExt cx="5638299" cy="1723245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6553704" y="3752243"/>
              <a:ext cx="4864936" cy="1723245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6666878" y="3876611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6553703" y="4301074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git push -u origin main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6553702" y="4827372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</a:t>
              </a:r>
              <a:r>
                <a:rPr lang="en-GB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it </a:t>
              </a:r>
              <a:r>
                <a:rPr lang="en-GB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switch </a:t>
              </a:r>
              <a:r>
                <a:rPr lang="en-GB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testing_branch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6" name="صورة 5">
            <a:extLst>
              <a:ext uri="{FF2B5EF4-FFF2-40B4-BE49-F238E27FC236}">
                <a16:creationId xmlns:a16="http://schemas.microsoft.com/office/drawing/2014/main" id="{1BFF057C-015D-46F3-9AAF-44A555445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9" y="1559283"/>
            <a:ext cx="8507947" cy="2955834"/>
          </a:xfrm>
          <a:prstGeom prst="rect">
            <a:avLst/>
          </a:prstGeom>
        </p:spPr>
      </p:pic>
      <p:sp>
        <p:nvSpPr>
          <p:cNvPr id="26" name="مربع نص 25">
            <a:extLst>
              <a:ext uri="{FF2B5EF4-FFF2-40B4-BE49-F238E27FC236}">
                <a16:creationId xmlns:a16="http://schemas.microsoft.com/office/drawing/2014/main" id="{0CFD6579-C682-48DA-AF94-AD959870100C}"/>
              </a:ext>
            </a:extLst>
          </p:cNvPr>
          <p:cNvSpPr txBox="1"/>
          <p:nvPr/>
        </p:nvSpPr>
        <p:spPr>
          <a:xfrm>
            <a:off x="3486874" y="403719"/>
            <a:ext cx="62561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buFont typeface="+mj-lt"/>
              <a:buAutoNum type="arabicPeriod" startAt="5"/>
            </a:pPr>
            <a:r>
              <a:rPr lang="ar-YE" sz="1600" b="1" i="0" dirty="0">
                <a:solidFill>
                  <a:schemeClr val="tx1"/>
                </a:solidFill>
                <a:effectLst/>
                <a:latin typeface="quote-cjk-patch"/>
              </a:rPr>
              <a:t>دفع التغييرات إلى </a:t>
            </a:r>
            <a:r>
              <a:rPr lang="en-US" sz="1600" b="1" i="0" dirty="0">
                <a:solidFill>
                  <a:schemeClr val="tx1"/>
                </a:solidFill>
                <a:effectLst/>
                <a:latin typeface="quote-cjk-patch"/>
              </a:rPr>
              <a:t>GitHub</a:t>
            </a:r>
            <a:r>
              <a:rPr lang="en-US" sz="1600" b="0" i="0" dirty="0">
                <a:solidFill>
                  <a:schemeClr val="tx1"/>
                </a:solidFill>
                <a:effectLst/>
                <a:latin typeface="quote-cjk-patch"/>
              </a:rPr>
              <a:t>:</a:t>
            </a:r>
          </a:p>
        </p:txBody>
      </p:sp>
      <p:pic>
        <p:nvPicPr>
          <p:cNvPr id="32" name="صورة 31">
            <a:extLst>
              <a:ext uri="{FF2B5EF4-FFF2-40B4-BE49-F238E27FC236}">
                <a16:creationId xmlns:a16="http://schemas.microsoft.com/office/drawing/2014/main" id="{03E7BBAE-5D86-47A4-BFE4-D2CA3F2DD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577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مجموعة 35">
            <a:extLst>
              <a:ext uri="{FF2B5EF4-FFF2-40B4-BE49-F238E27FC236}">
                <a16:creationId xmlns:a16="http://schemas.microsoft.com/office/drawing/2014/main" id="{ABFFDFC3-FA68-4A66-89F5-FDCBAAF1E402}"/>
              </a:ext>
            </a:extLst>
          </p:cNvPr>
          <p:cNvGrpSpPr/>
          <p:nvPr/>
        </p:nvGrpSpPr>
        <p:grpSpPr>
          <a:xfrm>
            <a:off x="464091" y="974645"/>
            <a:ext cx="10803677" cy="4908710"/>
            <a:chOff x="464091" y="974645"/>
            <a:chExt cx="10803677" cy="4908710"/>
          </a:xfrm>
        </p:grpSpPr>
        <p:sp>
          <p:nvSpPr>
            <p:cNvPr id="15" name="Google Shape;480;p33">
              <a:extLst>
                <a:ext uri="{FF2B5EF4-FFF2-40B4-BE49-F238E27FC236}">
                  <a16:creationId xmlns:a16="http://schemas.microsoft.com/office/drawing/2014/main" id="{6F43F670-5795-476A-B8F1-32BDC3B9ED5D}"/>
                </a:ext>
              </a:extLst>
            </p:cNvPr>
            <p:cNvSpPr/>
            <p:nvPr/>
          </p:nvSpPr>
          <p:spPr>
            <a:xfrm>
              <a:off x="464091" y="974645"/>
              <a:ext cx="10803677" cy="4908710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" name="Google Shape;484;p33">
              <a:extLst>
                <a:ext uri="{FF2B5EF4-FFF2-40B4-BE49-F238E27FC236}">
                  <a16:creationId xmlns:a16="http://schemas.microsoft.com/office/drawing/2014/main" id="{A579A75A-0206-49E7-8153-4A20B48C8C16}"/>
                </a:ext>
              </a:extLst>
            </p:cNvPr>
            <p:cNvGrpSpPr/>
            <p:nvPr/>
          </p:nvGrpSpPr>
          <p:grpSpPr>
            <a:xfrm>
              <a:off x="601329" y="1193164"/>
              <a:ext cx="635280" cy="147600"/>
              <a:chOff x="2147366" y="4139382"/>
              <a:chExt cx="635280" cy="147600"/>
            </a:xfrm>
          </p:grpSpPr>
          <p:sp>
            <p:nvSpPr>
              <p:cNvPr id="22" name="Google Shape;485;p33">
                <a:extLst>
                  <a:ext uri="{FF2B5EF4-FFF2-40B4-BE49-F238E27FC236}">
                    <a16:creationId xmlns:a16="http://schemas.microsoft.com/office/drawing/2014/main" id="{DEFB86BA-CE77-485D-8527-740630893299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486;p33">
                <a:extLst>
                  <a:ext uri="{FF2B5EF4-FFF2-40B4-BE49-F238E27FC236}">
                    <a16:creationId xmlns:a16="http://schemas.microsoft.com/office/drawing/2014/main" id="{D559F1A4-FC7C-47CB-AD38-FCDF9C9E8BF9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487;p33">
                <a:extLst>
                  <a:ext uri="{FF2B5EF4-FFF2-40B4-BE49-F238E27FC236}">
                    <a16:creationId xmlns:a16="http://schemas.microsoft.com/office/drawing/2014/main" id="{CD519045-89FA-4296-905A-40B5C30EAC65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13058E3-56D4-4FD7-96E8-DC74E3D9464F}"/>
              </a:ext>
            </a:extLst>
          </p:cNvPr>
          <p:cNvGrpSpPr/>
          <p:nvPr/>
        </p:nvGrpSpPr>
        <p:grpSpPr>
          <a:xfrm>
            <a:off x="3067292" y="4609269"/>
            <a:ext cx="9390182" cy="1723245"/>
            <a:chOff x="6553702" y="3752243"/>
            <a:chExt cx="5638299" cy="1723245"/>
          </a:xfrm>
        </p:grpSpPr>
        <p:sp>
          <p:nvSpPr>
            <p:cNvPr id="27" name="Google Shape;480;p33">
              <a:extLst>
                <a:ext uri="{FF2B5EF4-FFF2-40B4-BE49-F238E27FC236}">
                  <a16:creationId xmlns:a16="http://schemas.microsoft.com/office/drawing/2014/main" id="{C36F93B6-7CD3-47E6-AA67-F6DE71028E12}"/>
                </a:ext>
              </a:extLst>
            </p:cNvPr>
            <p:cNvSpPr/>
            <p:nvPr/>
          </p:nvSpPr>
          <p:spPr>
            <a:xfrm>
              <a:off x="6553704" y="3752243"/>
              <a:ext cx="4864936" cy="1723245"/>
            </a:xfrm>
            <a:prstGeom prst="roundRect">
              <a:avLst>
                <a:gd name="adj" fmla="val 3539"/>
              </a:avLst>
            </a:prstGeom>
            <a:solidFill>
              <a:schemeClr val="lt2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98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kern="100" cap="none" spc="3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484;p33">
              <a:extLst>
                <a:ext uri="{FF2B5EF4-FFF2-40B4-BE49-F238E27FC236}">
                  <a16:creationId xmlns:a16="http://schemas.microsoft.com/office/drawing/2014/main" id="{A7A8D1D7-65EE-4E44-BE9E-CD9616E5D3D5}"/>
                </a:ext>
              </a:extLst>
            </p:cNvPr>
            <p:cNvGrpSpPr/>
            <p:nvPr/>
          </p:nvGrpSpPr>
          <p:grpSpPr>
            <a:xfrm>
              <a:off x="6666878" y="3876611"/>
              <a:ext cx="607707" cy="147600"/>
              <a:chOff x="2147366" y="4139382"/>
              <a:chExt cx="635280" cy="147600"/>
            </a:xfrm>
          </p:grpSpPr>
          <p:sp>
            <p:nvSpPr>
              <p:cNvPr id="29" name="Google Shape;485;p33">
                <a:extLst>
                  <a:ext uri="{FF2B5EF4-FFF2-40B4-BE49-F238E27FC236}">
                    <a16:creationId xmlns:a16="http://schemas.microsoft.com/office/drawing/2014/main" id="{5DFFF699-4E28-46B3-B998-35EC1792525F}"/>
                  </a:ext>
                </a:extLst>
              </p:cNvPr>
              <p:cNvSpPr/>
              <p:nvPr/>
            </p:nvSpPr>
            <p:spPr>
              <a:xfrm>
                <a:off x="2147366" y="4139382"/>
                <a:ext cx="147600" cy="14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486;p33">
                <a:extLst>
                  <a:ext uri="{FF2B5EF4-FFF2-40B4-BE49-F238E27FC236}">
                    <a16:creationId xmlns:a16="http://schemas.microsoft.com/office/drawing/2014/main" id="{DA008BD6-551F-44CA-9E88-D6453FFDB3B0}"/>
                  </a:ext>
                </a:extLst>
              </p:cNvPr>
              <p:cNvSpPr/>
              <p:nvPr/>
            </p:nvSpPr>
            <p:spPr>
              <a:xfrm>
                <a:off x="2391206" y="4139382"/>
                <a:ext cx="147600" cy="147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487;p33">
                <a:extLst>
                  <a:ext uri="{FF2B5EF4-FFF2-40B4-BE49-F238E27FC236}">
                    <a16:creationId xmlns:a16="http://schemas.microsoft.com/office/drawing/2014/main" id="{545E4A51-8BB5-4F72-B160-835DED0E2E90}"/>
                  </a:ext>
                </a:extLst>
              </p:cNvPr>
              <p:cNvSpPr/>
              <p:nvPr/>
            </p:nvSpPr>
            <p:spPr>
              <a:xfrm>
                <a:off x="2635046" y="4139382"/>
                <a:ext cx="147600" cy="1476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kern="100" cap="none" spc="30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مربع نص 24">
              <a:extLst>
                <a:ext uri="{FF2B5EF4-FFF2-40B4-BE49-F238E27FC236}">
                  <a16:creationId xmlns:a16="http://schemas.microsoft.com/office/drawing/2014/main" id="{B3BDA555-0F8B-4144-8A2F-AC8AD365C338}"/>
                </a:ext>
              </a:extLst>
            </p:cNvPr>
            <p:cNvSpPr txBox="1"/>
            <p:nvPr/>
          </p:nvSpPr>
          <p:spPr>
            <a:xfrm>
              <a:off x="6553703" y="4301074"/>
              <a:ext cx="5638298" cy="738664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git clone git@github.com:Osama100alwijh/</a:t>
              </a:r>
              <a:r>
                <a:rPr lang="en-US" b="1" kern="100" spc="300" dirty="0" err="1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software_enigneering_osamaalwajeeh.git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  <p:sp>
          <p:nvSpPr>
            <p:cNvPr id="38" name="مربع نص 37">
              <a:extLst>
                <a:ext uri="{FF2B5EF4-FFF2-40B4-BE49-F238E27FC236}">
                  <a16:creationId xmlns:a16="http://schemas.microsoft.com/office/drawing/2014/main" id="{298C9400-7B9C-4250-8D6E-E3AF70ED0469}"/>
                </a:ext>
              </a:extLst>
            </p:cNvPr>
            <p:cNvSpPr txBox="1"/>
            <p:nvPr/>
          </p:nvSpPr>
          <p:spPr>
            <a:xfrm>
              <a:off x="6553702" y="4827372"/>
              <a:ext cx="5638298" cy="307777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r>
                <a:rPr lang="en-US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g</a:t>
              </a:r>
              <a:r>
                <a:rPr lang="en-GB" b="1" kern="100" spc="300" dirty="0">
                  <a:solidFill>
                    <a:srgbClr val="55B5CF"/>
                  </a:solidFill>
                  <a:latin typeface="Cairo" pitchFamily="2" charset="-78"/>
                  <a:cs typeface="Cairo" pitchFamily="2" charset="-78"/>
                </a:rPr>
                <a:t>it </a:t>
              </a:r>
              <a:r>
                <a:rPr lang="en-GB" b="1" kern="100" spc="300" dirty="0">
                  <a:solidFill>
                    <a:srgbClr val="F8E81C"/>
                  </a:solidFill>
                  <a:latin typeface="Cairo" pitchFamily="2" charset="-78"/>
                  <a:cs typeface="Cairo" pitchFamily="2" charset="-78"/>
                </a:rPr>
                <a:t>ls-files</a:t>
              </a:r>
              <a:endParaRPr lang="ar-EG" b="1" kern="100" spc="300" dirty="0">
                <a:solidFill>
                  <a:srgbClr val="55B5CF"/>
                </a:solidFill>
                <a:latin typeface="Cairo" pitchFamily="2" charset="-78"/>
                <a:cs typeface="Cairo" pitchFamily="2" charset="-78"/>
              </a:endParaRPr>
            </a:p>
          </p:txBody>
        </p:sp>
      </p:grpSp>
      <p:pic>
        <p:nvPicPr>
          <p:cNvPr id="5" name="صورة 4">
            <a:extLst>
              <a:ext uri="{FF2B5EF4-FFF2-40B4-BE49-F238E27FC236}">
                <a16:creationId xmlns:a16="http://schemas.microsoft.com/office/drawing/2014/main" id="{9D6E63D4-4EC1-4A33-9BBF-7558BDFD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9" y="1425886"/>
            <a:ext cx="8669700" cy="3055057"/>
          </a:xfrm>
          <a:prstGeom prst="rect">
            <a:avLst/>
          </a:prstGeom>
        </p:spPr>
      </p:pic>
      <p:pic>
        <p:nvPicPr>
          <p:cNvPr id="26" name="صورة 25">
            <a:extLst>
              <a:ext uri="{FF2B5EF4-FFF2-40B4-BE49-F238E27FC236}">
                <a16:creationId xmlns:a16="http://schemas.microsoft.com/office/drawing/2014/main" id="{D74FC5E5-3A49-4E8D-AFBF-D0B16DDC4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03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3271285" y="2096065"/>
            <a:ext cx="3609259" cy="1503213"/>
          </a:xfrm>
          <a:prstGeom prst="rect">
            <a:avLst/>
          </a:prstGeom>
        </p:spPr>
        <p:txBody>
          <a:bodyPr spcFirstLastPara="1" wrap="square" lIns="74909" tIns="74909" rIns="74909" bIns="74909" anchor="b" anchorCtr="0">
            <a:noAutofit/>
          </a:bodyPr>
          <a:lstStyle/>
          <a:p>
            <a:r>
              <a:rPr lang="en" sz="5531" dirty="0">
                <a:solidFill>
                  <a:schemeClr val="accent3"/>
                </a:solidFill>
              </a:rPr>
              <a:t>The End</a:t>
            </a:r>
            <a:endParaRPr sz="5531" dirty="0">
              <a:solidFill>
                <a:schemeClr val="accent3"/>
              </a:solidFill>
            </a:endParaRPr>
          </a:p>
        </p:txBody>
      </p:sp>
      <p:sp>
        <p:nvSpPr>
          <p:cNvPr id="854" name="Google Shape;854;p43"/>
          <p:cNvSpPr txBox="1">
            <a:spLocks noGrp="1"/>
          </p:cNvSpPr>
          <p:nvPr>
            <p:ph type="subTitle" idx="1"/>
          </p:nvPr>
        </p:nvSpPr>
        <p:spPr>
          <a:xfrm>
            <a:off x="3271285" y="3830689"/>
            <a:ext cx="3609259" cy="441156"/>
          </a:xfrm>
          <a:prstGeom prst="rect">
            <a:avLst/>
          </a:prstGeom>
        </p:spPr>
        <p:txBody>
          <a:bodyPr spcFirstLastPara="1" wrap="square" lIns="74909" tIns="74909" rIns="74909" bIns="74909" anchor="t" anchorCtr="0">
            <a:noAutofit/>
          </a:bodyPr>
          <a:lstStyle/>
          <a:p>
            <a:pPr marL="0" indent="0">
              <a:spcAft>
                <a:spcPts val="1290"/>
              </a:spcAft>
            </a:pPr>
            <a:r>
              <a:rPr lang="en-GB" dirty="0"/>
              <a:t>B</a:t>
            </a:r>
            <a:r>
              <a:rPr lang="en" dirty="0"/>
              <a:t>y:osama alwajeeh</a:t>
            </a:r>
            <a:endParaRPr dirty="0"/>
          </a:p>
        </p:txBody>
      </p:sp>
      <p:sp>
        <p:nvSpPr>
          <p:cNvPr id="861" name="Google Shape;861;p43"/>
          <p:cNvSpPr txBox="1">
            <a:spLocks noGrp="1"/>
          </p:cNvSpPr>
          <p:nvPr>
            <p:ph type="body" idx="2"/>
          </p:nvPr>
        </p:nvSpPr>
        <p:spPr>
          <a:xfrm>
            <a:off x="7112115" y="3040046"/>
            <a:ext cx="2518022" cy="311320"/>
          </a:xfrm>
          <a:prstGeom prst="rect">
            <a:avLst/>
          </a:prstGeom>
        </p:spPr>
        <p:txBody>
          <a:bodyPr spcFirstLastPara="1" wrap="square" lIns="74909" tIns="74909" rIns="74909" bIns="74909" anchor="ctr" anchorCtr="0">
            <a:noAutofit/>
          </a:bodyPr>
          <a:lstStyle/>
          <a:p>
            <a:pPr marL="0" indent="0">
              <a:buNone/>
            </a:pPr>
            <a:r>
              <a:rPr lang="en-GB" dirty="0"/>
              <a:t>Osama100alwijh</a:t>
            </a:r>
          </a:p>
        </p:txBody>
      </p:sp>
      <p:sp>
        <p:nvSpPr>
          <p:cNvPr id="13" name="Google Shape;895;p45">
            <a:hlinkClick r:id="rId3"/>
            <a:extLst>
              <a:ext uri="{FF2B5EF4-FFF2-40B4-BE49-F238E27FC236}">
                <a16:creationId xmlns:a16="http://schemas.microsoft.com/office/drawing/2014/main" id="{B84168B2-41CB-42C0-B76F-8BA19AD2A654}"/>
              </a:ext>
            </a:extLst>
          </p:cNvPr>
          <p:cNvSpPr/>
          <p:nvPr/>
        </p:nvSpPr>
        <p:spPr>
          <a:xfrm>
            <a:off x="6750231" y="3065065"/>
            <a:ext cx="361885" cy="261281"/>
          </a:xfrm>
          <a:custGeom>
            <a:avLst/>
            <a:gdLst/>
            <a:ahLst/>
            <a:cxnLst/>
            <a:rect l="l" t="t" r="r" b="b"/>
            <a:pathLst>
              <a:path w="10653" h="7459" extrusionOk="0">
                <a:moveTo>
                  <a:pt x="9475" y="803"/>
                </a:moveTo>
                <a:lnTo>
                  <a:pt x="5514" y="4657"/>
                </a:lnTo>
                <a:cubicBezTo>
                  <a:pt x="5460" y="4711"/>
                  <a:pt x="5394" y="4737"/>
                  <a:pt x="5327" y="4737"/>
                </a:cubicBezTo>
                <a:cubicBezTo>
                  <a:pt x="5260" y="4737"/>
                  <a:pt x="5193" y="4711"/>
                  <a:pt x="5139" y="4657"/>
                </a:cubicBezTo>
                <a:lnTo>
                  <a:pt x="1196" y="803"/>
                </a:lnTo>
                <a:close/>
                <a:moveTo>
                  <a:pt x="804" y="1160"/>
                </a:moveTo>
                <a:lnTo>
                  <a:pt x="3409" y="3693"/>
                </a:lnTo>
                <a:lnTo>
                  <a:pt x="804" y="6299"/>
                </a:lnTo>
                <a:lnTo>
                  <a:pt x="804" y="1160"/>
                </a:lnTo>
                <a:close/>
                <a:moveTo>
                  <a:pt x="9850" y="1178"/>
                </a:moveTo>
                <a:lnTo>
                  <a:pt x="9850" y="6299"/>
                </a:lnTo>
                <a:lnTo>
                  <a:pt x="7263" y="3693"/>
                </a:lnTo>
                <a:lnTo>
                  <a:pt x="9850" y="1178"/>
                </a:lnTo>
                <a:close/>
                <a:moveTo>
                  <a:pt x="6906" y="4068"/>
                </a:moveTo>
                <a:lnTo>
                  <a:pt x="9493" y="6655"/>
                </a:lnTo>
                <a:lnTo>
                  <a:pt x="1196" y="6655"/>
                </a:lnTo>
                <a:lnTo>
                  <a:pt x="3783" y="4068"/>
                </a:lnTo>
                <a:lnTo>
                  <a:pt x="4782" y="5032"/>
                </a:lnTo>
                <a:cubicBezTo>
                  <a:pt x="4943" y="5192"/>
                  <a:pt x="5139" y="5264"/>
                  <a:pt x="5353" y="5264"/>
                </a:cubicBezTo>
                <a:cubicBezTo>
                  <a:pt x="5550" y="5264"/>
                  <a:pt x="5746" y="5192"/>
                  <a:pt x="5907" y="5032"/>
                </a:cubicBezTo>
                <a:lnTo>
                  <a:pt x="6906" y="4068"/>
                </a:lnTo>
                <a:close/>
                <a:moveTo>
                  <a:pt x="1" y="0"/>
                </a:moveTo>
                <a:lnTo>
                  <a:pt x="1" y="7458"/>
                </a:lnTo>
                <a:lnTo>
                  <a:pt x="10653" y="7458"/>
                </a:lnTo>
                <a:lnTo>
                  <a:pt x="10653" y="0"/>
                </a:lnTo>
                <a:close/>
              </a:path>
            </a:pathLst>
          </a:custGeom>
          <a:solidFill>
            <a:srgbClr val="55B5CF"/>
          </a:solidFill>
          <a:ln>
            <a:noFill/>
          </a:ln>
        </p:spPr>
        <p:txBody>
          <a:bodyPr spcFirstLastPara="1" wrap="square" lIns="74909" tIns="74909" rIns="74909" bIns="74909" anchor="ctr" anchorCtr="0">
            <a:noAutofit/>
          </a:bodyPr>
          <a:lstStyle/>
          <a:p>
            <a:endParaRPr sz="676" dirty="0">
              <a:solidFill>
                <a:srgbClr val="666666"/>
              </a:solidFill>
            </a:endParaRPr>
          </a:p>
        </p:txBody>
      </p:sp>
      <p:pic>
        <p:nvPicPr>
          <p:cNvPr id="6" name="رسم 5">
            <a:hlinkClick r:id="rId4"/>
            <a:extLst>
              <a:ext uri="{FF2B5EF4-FFF2-40B4-BE49-F238E27FC236}">
                <a16:creationId xmlns:a16="http://schemas.microsoft.com/office/drawing/2014/main" id="{7A1A8125-0608-4FF4-AEAC-8FFDC11E93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0231" y="3729194"/>
            <a:ext cx="361885" cy="373559"/>
          </a:xfrm>
          <a:prstGeom prst="rect">
            <a:avLst/>
          </a:prstGeom>
        </p:spPr>
      </p:pic>
      <p:sp>
        <p:nvSpPr>
          <p:cNvPr id="21" name="Google Shape;861;p43">
            <a:extLst>
              <a:ext uri="{FF2B5EF4-FFF2-40B4-BE49-F238E27FC236}">
                <a16:creationId xmlns:a16="http://schemas.microsoft.com/office/drawing/2014/main" id="{6C815D33-8344-4E50-AC0F-198E9C7A29C6}"/>
              </a:ext>
            </a:extLst>
          </p:cNvPr>
          <p:cNvSpPr txBox="1">
            <a:spLocks/>
          </p:cNvSpPr>
          <p:nvPr/>
        </p:nvSpPr>
        <p:spPr>
          <a:xfrm>
            <a:off x="7112116" y="3760315"/>
            <a:ext cx="2261679" cy="31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909" tIns="74909" rIns="74909" bIns="74909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 b="0" i="0" u="none" strike="noStrike" cap="non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pPr marL="0" indent="0">
              <a:lnSpc>
                <a:spcPts val="1659"/>
              </a:lnSpc>
              <a:buNone/>
            </a:pPr>
            <a:r>
              <a:rPr lang="en-US" sz="1106" u="sng" dirty="0">
                <a:solidFill>
                  <a:srgbClr val="359DD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github.com/Osama100alwijh</a:t>
            </a:r>
            <a:endParaRPr lang="en-US" sz="1106" dirty="0"/>
          </a:p>
          <a:p>
            <a:pPr marL="0" indent="0">
              <a:buNone/>
            </a:pPr>
            <a:endParaRPr lang="en-GB" sz="1106" dirty="0"/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4EC51470-8764-4046-93BC-0963FD0CFB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03954" y="11341"/>
            <a:ext cx="788045" cy="5883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134</Words>
  <Application>Microsoft Office PowerPoint</Application>
  <PresentationFormat>شاشة عريضة</PresentationFormat>
  <Paragraphs>28</Paragraphs>
  <Slides>10</Slides>
  <Notes>10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20" baseType="lpstr">
      <vt:lpstr>quote-cjk-patch</vt:lpstr>
      <vt:lpstr>Roboto</vt:lpstr>
      <vt:lpstr>Abril Fatface</vt:lpstr>
      <vt:lpstr>Aldrich</vt:lpstr>
      <vt:lpstr>Montserrat</vt:lpstr>
      <vt:lpstr>Calibri</vt:lpstr>
      <vt:lpstr>Roboto Mono</vt:lpstr>
      <vt:lpstr>Arial</vt:lpstr>
      <vt:lpstr>Cairo</vt:lpstr>
      <vt:lpstr>SlidesMania</vt:lpstr>
      <vt:lpstr>Software Engineering  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LAB 01 .</dc:title>
  <dc:creator>Owner</dc:creator>
  <cp:lastModifiedBy>osama alwjih</cp:lastModifiedBy>
  <cp:revision>23</cp:revision>
  <dcterms:modified xsi:type="dcterms:W3CDTF">2025-07-28T20:32:22Z</dcterms:modified>
</cp:coreProperties>
</file>